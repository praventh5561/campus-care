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25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2103120" cy="2103120"/>
          </a:xfrm>
          <a:prstGeom prst="roundRect">
            <a:avLst>
              <a:gd name="adj" fmla="val 15217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COMPLAINT MANAGEMENT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Care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Report. Resolve. — A unified web portal for students to raise campus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grievances and for staff to track them through to resolution.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279365"/>
            <a:ext cx="11005580" cy="142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250" dirty="0"/>
          </a:p>
          <a:p>
            <a:pPr algn="r">
              <a:spcBef>
                <a:spcPts val="600"/>
              </a:spcBef>
            </a:pPr>
            <a:r>
              <a:rPr lang="en-US" sz="1600" b="1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Praventh M (721423244044)</a:t>
            </a:r>
          </a:p>
          <a:p>
            <a:pPr algn="r">
              <a:spcBef>
                <a:spcPts val="600"/>
              </a:spcBef>
            </a:pPr>
            <a:r>
              <a:rPr lang="en-US" sz="1600" b="1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Naveen G (721423244036)</a:t>
            </a:r>
            <a:endParaRPr lang="en-US" sz="16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                                 Dept: B .Tech – CS &amp; BS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CampusScan aims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separate, secure login portals for students and staff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file complaints with category, priority, and location details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337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staff a live dashboard to review, filter, and act on complaints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520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3337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complaint through a clear status lifecycle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4754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staff to respond directly, closing the communication loop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937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4754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anonymous submission for sensitive issues (ragging, harassment)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 | 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colleges need a structured complaint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 Channel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337560"/>
            <a:ext cx="2185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report issues verbally or via scattered WhatsApp groups — nothing is logged or tracked.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965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A52A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30752" y="27889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Get Lost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30752" y="3337560"/>
            <a:ext cx="2185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or informal reports are easily forgotten, misplaced, or ignored by the concerned department.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965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56832" y="27889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Transparency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6832" y="3337560"/>
            <a:ext cx="2185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way to know whether their complaint was seen, is being worked on, or was resolved.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169164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1965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582912" y="27889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Resolution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82912" y="3337560"/>
            <a:ext cx="2185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ownership or deadlines, genuine issues — including safety concerns — can sit unresolved for weeks.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 |  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4114800" cy="41148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 platform connecting students and staff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Portal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1783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 in, file complaints, and track status — all in one place.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Portal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dashboard to view, filter, prioritize and resolve incoming complaints.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Engine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3337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backs every action: create, list, update status, respond.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ensures students and staff only see what they should.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2560" y="1828800"/>
            <a:ext cx="2651760" cy="3749040"/>
          </a:xfrm>
          <a:prstGeom prst="roundRect">
            <a:avLst>
              <a:gd name="adj" fmla="val 4828"/>
            </a:avLst>
          </a:prstGeom>
          <a:solidFill>
            <a:srgbClr val="F4F6F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828800"/>
            <a:ext cx="265176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1938528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1938528"/>
            <a:ext cx="91440" cy="91440"/>
          </a:xfrm>
          <a:prstGeom prst="ellipse">
            <a:avLst/>
          </a:prstGeom>
          <a:solidFill>
            <a:srgbClr val="F4A52A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93852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5440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31089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384048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457200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5623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Preview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into the CampusScan portal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Auth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bcrypt-hashed passwords with JWT session tokens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11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Filing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 with category, priority &amp; location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0116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02752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Pending → In Progress → Resolved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F4A5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4672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anonymous submission for sensitive cases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2976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🧑‍💼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53712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Console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3712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dashboard with one-click updates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29768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302752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Response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2752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replies are visible on the student's record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tables in MySQL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0" cy="1911096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5875">
            <a:solidFill>
              <a:srgbClr val="E3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2004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151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reg_no, name, 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password (hashed)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department, year, phone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2004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5875">
            <a:solidFill>
              <a:srgbClr val="E3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8288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2194560"/>
            <a:ext cx="320040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6151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student_id, handled_by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title, description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category, 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6027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status, staff_response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1828800"/>
            <a:ext cx="3200400" cy="1911096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5875">
            <a:solidFill>
              <a:srgbClr val="E3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18288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0" y="2194560"/>
            <a:ext cx="320040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0" y="2286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26151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staff_id, name, 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password (hashed)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department, designation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2331720"/>
            <a:ext cx="731520" cy="0"/>
          </a:xfrm>
          <a:prstGeom prst="line">
            <a:avLst/>
          </a:prstGeom>
          <a:noFill/>
          <a:ln w="25400">
            <a:solidFill>
              <a:srgbClr val="F4A52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74904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2331720"/>
            <a:ext cx="731520" cy="0"/>
          </a:xfrm>
          <a:prstGeom prst="line">
            <a:avLst/>
          </a:prstGeom>
          <a:noFill/>
          <a:ln w="25400">
            <a:solidFill>
              <a:srgbClr val="F4A52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68096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raise many complaints; a staff member can handle many complaints.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 | 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 used to build CampusScan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(ES6)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1783080"/>
            <a:ext cx="10972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47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04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46120"/>
            <a:ext cx="109728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10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867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(mysql2 driver)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3246120"/>
            <a:ext cx="109728" cy="1234440"/>
          </a:xfrm>
          <a:prstGeom prst="rect">
            <a:avLst/>
          </a:prstGeom>
          <a:solidFill>
            <a:srgbClr val="F4A52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410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867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(JWT), bcrypt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709160"/>
            <a:ext cx="109728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737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Style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330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JSON API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470916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4709160"/>
            <a:ext cx="109728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8737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5330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npm, dotenv, nodemon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 | 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functional modules power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1B245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429000" cy="64008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34290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new complaints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complaint status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staff responses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1B245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828800"/>
            <a:ext cx="3429000" cy="6400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2194560"/>
            <a:ext cx="34290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828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Module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list / update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priority tagging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 logic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4480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handling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182880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1B24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828800"/>
            <a:ext cx="3429000" cy="6400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0" y="2194560"/>
            <a:ext cx="34290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1828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Module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staff login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stats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status/category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0" y="4480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&amp; respond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 |  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659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8016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CampusScan replaces informal, easily-ignored complaint channels with a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transparent, and accountable digital system — giving every student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and every staff member a clear queue to act 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</TotalTime>
  <Words>662</Words>
  <Application>Microsoft Office PowerPoint</Application>
  <PresentationFormat>Widescreen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praventh M</cp:lastModifiedBy>
  <cp:revision>4</cp:revision>
  <dcterms:created xsi:type="dcterms:W3CDTF">2026-07-21T03:43:13Z</dcterms:created>
  <dcterms:modified xsi:type="dcterms:W3CDTF">2026-07-25T03:49:36Z</dcterms:modified>
</cp:coreProperties>
</file>