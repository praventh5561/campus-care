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9"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1426"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70598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67765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10408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94788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7/23/2026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1506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7/23/2026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13295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2634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1293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38297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28390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149546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710456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08752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7/23/2026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426168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7/23/2026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776577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51350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34947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7/23/2026</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718039106"/>
      </p:ext>
    </p:extLst>
  </p:cSld>
  <p:clrMap bg1="dk1" tx1="lt1" bg2="dk2" tx2="lt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65961" y="802299"/>
            <a:ext cx="6048874" cy="1748877"/>
          </a:xfrm>
        </p:spPr>
        <p:txBody>
          <a:bodyPr/>
          <a:lstStyle/>
          <a:p>
            <a:r>
              <a:rPr dirty="0"/>
              <a:t>Campus </a:t>
            </a:r>
            <a:r>
              <a:rPr lang="en-US" dirty="0"/>
              <a:t>Care</a:t>
            </a:r>
            <a:endParaRPr dirty="0"/>
          </a:p>
        </p:txBody>
      </p:sp>
      <p:sp>
        <p:nvSpPr>
          <p:cNvPr id="3" name="Subtitle 2"/>
          <p:cNvSpPr>
            <a:spLocks noGrp="1"/>
          </p:cNvSpPr>
          <p:nvPr>
            <p:ph type="subTitle" idx="1"/>
          </p:nvPr>
        </p:nvSpPr>
        <p:spPr>
          <a:xfrm>
            <a:off x="804672" y="2926080"/>
            <a:ext cx="8202168" cy="3063241"/>
          </a:xfrm>
        </p:spPr>
        <p:txBody>
          <a:bodyPr>
            <a:normAutofit/>
          </a:bodyPr>
          <a:lstStyle/>
          <a:p>
            <a:pPr>
              <a:defRPr sz="2400"/>
            </a:pPr>
            <a:r>
              <a:rPr b="1" dirty="0"/>
              <a:t>Smart College Complaint Management System</a:t>
            </a:r>
            <a:endParaRPr lang="en-US" b="1" dirty="0"/>
          </a:p>
          <a:p>
            <a:pPr>
              <a:defRPr sz="2400"/>
            </a:pPr>
            <a:r>
              <a:rPr lang="en-US" dirty="0"/>
              <a:t>Nehru institute of engineering &amp; technology</a:t>
            </a:r>
            <a:endParaRPr dirty="0"/>
          </a:p>
          <a:p>
            <a:pPr>
              <a:defRPr sz="2400"/>
            </a:pPr>
            <a:endParaRPr dirty="0"/>
          </a:p>
          <a:p>
            <a:pPr algn="r">
              <a:defRPr sz="2400"/>
            </a:pPr>
            <a:r>
              <a:rPr lang="en-US" dirty="0"/>
              <a:t>                                      </a:t>
            </a:r>
            <a:r>
              <a:rPr dirty="0"/>
              <a:t> By: </a:t>
            </a:r>
            <a:r>
              <a:rPr lang="en-US" dirty="0" err="1"/>
              <a:t>Praventh.M</a:t>
            </a:r>
            <a:r>
              <a:rPr lang="en-US" dirty="0"/>
              <a:t> ,</a:t>
            </a:r>
            <a:r>
              <a:rPr lang="en-US" dirty="0" err="1"/>
              <a:t>Naveen.G</a:t>
            </a:r>
            <a:endParaRPr dirty="0"/>
          </a:p>
          <a:p>
            <a:pPr>
              <a:defRPr sz="2400"/>
            </a:pPr>
            <a:r>
              <a:rPr lang="en-US" dirty="0"/>
              <a:t>                                              </a:t>
            </a:r>
            <a:r>
              <a:rPr dirty="0"/>
              <a:t>Department: </a:t>
            </a:r>
            <a:r>
              <a:rPr lang="en-US" dirty="0" err="1"/>
              <a:t>B.Tech</a:t>
            </a:r>
            <a:r>
              <a:rPr lang="en-US" dirty="0"/>
              <a:t> –CS&amp;BS </a:t>
            </a:r>
            <a:endParaRPr dirty="0"/>
          </a:p>
          <a:p>
            <a:pPr>
              <a:defRPr sz="2400"/>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normAutofit/>
          </a:bodyPr>
          <a:lstStyle/>
          <a:p>
            <a:pPr>
              <a:defRPr sz="2000"/>
            </a:pPr>
            <a:r>
              <a:rPr dirty="0"/>
              <a:t>Campus </a:t>
            </a:r>
            <a:r>
              <a:rPr lang="en-US" dirty="0"/>
              <a:t>Care</a:t>
            </a:r>
            <a:r>
              <a:rPr dirty="0"/>
              <a:t> is a web-based complaint management system developed to simplify the process of registering and resolving campus-related complaints. Students can securely submit complaints online, upload supporting images, and track their complaint status. Staff members can review complaints, assign priorities, update progress, and resolve issues efficiently. The system improves transparency, accountability, and communication.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pPr>
              <a:defRPr sz="2000"/>
            </a:pPr>
            <a:r>
              <a:t>• Manual complaint handling consumes time.</a:t>
            </a:r>
          </a:p>
          <a:p>
            <a:pPr>
              <a:defRPr sz="2000"/>
            </a:pPr>
            <a:r>
              <a:t>• Paper records can be lost or damaged.</a:t>
            </a:r>
          </a:p>
          <a:p>
            <a:pPr>
              <a:defRPr sz="2000"/>
            </a:pPr>
            <a:r>
              <a:t>• Students cannot monitor complaint progress.</a:t>
            </a:r>
          </a:p>
          <a:p>
            <a:pPr>
              <a:defRPr sz="2000"/>
            </a:pPr>
            <a:r>
              <a:t>• Lack of centralized complaint database.</a:t>
            </a:r>
          </a:p>
          <a:p>
            <a:pPr>
              <a:defRPr sz="2000"/>
            </a:pPr>
            <a:r>
              <a:t>• Delays reduce student satisfaction.</a:t>
            </a:r>
          </a:p>
          <a:p>
            <a:pPr>
              <a:defRPr sz="2000"/>
            </a:pPr>
            <a:r>
              <a:t>• Difficult for management to analyze recurring issues.</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normAutofit/>
          </a:bodyPr>
          <a:lstStyle/>
          <a:p>
            <a:pPr>
              <a:defRPr sz="2000"/>
            </a:pPr>
            <a:r>
              <a:t>• Develop a secure web portal.</a:t>
            </a:r>
          </a:p>
          <a:p>
            <a:pPr>
              <a:defRPr sz="2000"/>
            </a:pPr>
            <a:r>
              <a:t>• Enable online complaint registration.</a:t>
            </a:r>
          </a:p>
          <a:p>
            <a:pPr>
              <a:defRPr sz="2000"/>
            </a:pPr>
            <a:r>
              <a:t>• Allow image/document upload.</a:t>
            </a:r>
          </a:p>
          <a:p>
            <a:pPr>
              <a:defRPr sz="2000"/>
            </a:pPr>
            <a:r>
              <a:t>• Provide complaint tracking.</a:t>
            </a:r>
          </a:p>
          <a:p>
            <a:pPr>
              <a:defRPr sz="2000"/>
            </a:pPr>
            <a:r>
              <a:t>• Help staff manage complaints efficiently.</a:t>
            </a:r>
          </a:p>
          <a:p>
            <a:pPr>
              <a:defRPr sz="2000"/>
            </a:pPr>
            <a:r>
              <a:t>• Store complaint history for future reference.</a:t>
            </a:r>
          </a:p>
          <a:p>
            <a:pPr>
              <a:defRPr sz="2000"/>
            </a:pPr>
            <a:r>
              <a:t>• Improve transparency and response 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Existing &amp; Proposed System</a:t>
            </a:r>
          </a:p>
        </p:txBody>
      </p:sp>
      <p:sp>
        <p:nvSpPr>
          <p:cNvPr id="3" name="Content Placeholder 2"/>
          <p:cNvSpPr>
            <a:spLocks noGrp="1"/>
          </p:cNvSpPr>
          <p:nvPr>
            <p:ph idx="1"/>
          </p:nvPr>
        </p:nvSpPr>
        <p:spPr>
          <a:xfrm>
            <a:off x="1128684" y="1847089"/>
            <a:ext cx="6571343" cy="3895344"/>
          </a:xfrm>
        </p:spPr>
        <p:txBody>
          <a:bodyPr>
            <a:normAutofit/>
          </a:bodyPr>
          <a:lstStyle/>
          <a:p>
            <a:pPr>
              <a:defRPr sz="2000"/>
            </a:pPr>
            <a:r>
              <a:rPr sz="1400" b="1" dirty="0"/>
              <a:t>Existing System:</a:t>
            </a:r>
          </a:p>
          <a:p>
            <a:pPr>
              <a:defRPr sz="2000"/>
            </a:pPr>
            <a:r>
              <a:rPr sz="1400" dirty="0"/>
              <a:t>• Paper-based process</a:t>
            </a:r>
          </a:p>
          <a:p>
            <a:pPr>
              <a:defRPr sz="2000"/>
            </a:pPr>
            <a:r>
              <a:rPr sz="1400" dirty="0"/>
              <a:t>• No tracking</a:t>
            </a:r>
          </a:p>
          <a:p>
            <a:pPr>
              <a:defRPr sz="2000"/>
            </a:pPr>
            <a:r>
              <a:rPr sz="1400" dirty="0"/>
              <a:t>• Slow communication</a:t>
            </a:r>
          </a:p>
          <a:p>
            <a:pPr>
              <a:defRPr sz="2000"/>
            </a:pPr>
            <a:r>
              <a:rPr sz="1400" b="1" dirty="0"/>
              <a:t>Proposed System:</a:t>
            </a:r>
          </a:p>
          <a:p>
            <a:pPr>
              <a:defRPr sz="2000"/>
            </a:pPr>
            <a:r>
              <a:rPr sz="1400" dirty="0"/>
              <a:t>• Student &amp; Staff login</a:t>
            </a:r>
          </a:p>
          <a:p>
            <a:pPr>
              <a:defRPr sz="2000"/>
            </a:pPr>
            <a:r>
              <a:rPr sz="1400" dirty="0"/>
              <a:t>• Digital complaint submission</a:t>
            </a:r>
          </a:p>
          <a:p>
            <a:pPr>
              <a:defRPr sz="2000"/>
            </a:pPr>
            <a:r>
              <a:rPr sz="1400" dirty="0"/>
              <a:t>• MySQL database</a:t>
            </a:r>
          </a:p>
          <a:p>
            <a:pPr>
              <a:defRPr sz="2000"/>
            </a:pPr>
            <a:r>
              <a:rPr sz="1400" dirty="0"/>
              <a:t>• Status updates (Pending/In Progress/Resolved)</a:t>
            </a:r>
          </a:p>
          <a:p>
            <a:pPr>
              <a:defRPr sz="2000"/>
            </a:pPr>
            <a:r>
              <a:rPr sz="1400" dirty="0"/>
              <a:t>• Centralized records.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Modules</a:t>
            </a:r>
          </a:p>
        </p:txBody>
      </p:sp>
      <p:sp>
        <p:nvSpPr>
          <p:cNvPr id="3" name="Content Placeholder 2"/>
          <p:cNvSpPr>
            <a:spLocks noGrp="1"/>
          </p:cNvSpPr>
          <p:nvPr>
            <p:ph idx="1"/>
          </p:nvPr>
        </p:nvSpPr>
        <p:spPr>
          <a:xfrm>
            <a:off x="1128684" y="1682496"/>
            <a:ext cx="6571343" cy="4105655"/>
          </a:xfrm>
        </p:spPr>
        <p:txBody>
          <a:bodyPr>
            <a:normAutofit lnSpcReduction="10000"/>
          </a:bodyPr>
          <a:lstStyle/>
          <a:p>
            <a:pPr>
              <a:defRPr sz="2000"/>
            </a:pPr>
            <a:r>
              <a:rPr b="1" dirty="0"/>
              <a:t>Student Module:</a:t>
            </a:r>
          </a:p>
          <a:p>
            <a:pPr>
              <a:defRPr sz="2000"/>
            </a:pPr>
            <a:r>
              <a:rPr dirty="0"/>
              <a:t>- Login</a:t>
            </a:r>
          </a:p>
          <a:p>
            <a:pPr>
              <a:defRPr sz="2000"/>
            </a:pPr>
            <a:r>
              <a:rPr dirty="0"/>
              <a:t>- Submit Complaint</a:t>
            </a:r>
          </a:p>
          <a:p>
            <a:pPr>
              <a:defRPr sz="2000"/>
            </a:pPr>
            <a:r>
              <a:rPr dirty="0"/>
              <a:t>- Track Status</a:t>
            </a:r>
          </a:p>
          <a:p>
            <a:pPr>
              <a:defRPr sz="2000"/>
            </a:pPr>
            <a:r>
              <a:rPr b="1" dirty="0"/>
              <a:t>Staff Module</a:t>
            </a:r>
            <a:r>
              <a:rPr dirty="0"/>
              <a:t>:</a:t>
            </a:r>
          </a:p>
          <a:p>
            <a:pPr>
              <a:defRPr sz="2000"/>
            </a:pPr>
            <a:r>
              <a:rPr dirty="0"/>
              <a:t>- Login</a:t>
            </a:r>
          </a:p>
          <a:p>
            <a:pPr>
              <a:defRPr sz="2000"/>
            </a:pPr>
            <a:r>
              <a:rPr dirty="0"/>
              <a:t>- View Complaints</a:t>
            </a:r>
          </a:p>
          <a:p>
            <a:pPr>
              <a:defRPr sz="2000"/>
            </a:pPr>
            <a:r>
              <a:rPr dirty="0"/>
              <a:t>- Update Status</a:t>
            </a:r>
          </a:p>
          <a:p>
            <a:pPr>
              <a:defRPr sz="2000"/>
            </a:pPr>
            <a:r>
              <a:rPr dirty="0"/>
              <a:t>- Reply to Students</a:t>
            </a:r>
          </a:p>
          <a:p>
            <a:pPr>
              <a:defRPr sz="2000"/>
            </a:pPr>
            <a:r>
              <a:rPr b="1" dirty="0"/>
              <a:t>Admin (Optional): </a:t>
            </a:r>
            <a:r>
              <a:rPr dirty="0"/>
              <a:t>Manage users, reports, complaint categories.</a:t>
            </a: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Architecture &amp; Technology</a:t>
            </a:r>
          </a:p>
        </p:txBody>
      </p:sp>
      <p:sp>
        <p:nvSpPr>
          <p:cNvPr id="3" name="Content Placeholder 2"/>
          <p:cNvSpPr>
            <a:spLocks noGrp="1"/>
          </p:cNvSpPr>
          <p:nvPr>
            <p:ph idx="1"/>
          </p:nvPr>
        </p:nvSpPr>
        <p:spPr/>
        <p:txBody>
          <a:bodyPr>
            <a:normAutofit/>
          </a:bodyPr>
          <a:lstStyle/>
          <a:p>
            <a:pPr>
              <a:defRPr sz="2000"/>
            </a:pPr>
            <a:r>
              <a:rPr b="1" dirty="0"/>
              <a:t>Architecture</a:t>
            </a:r>
            <a:r>
              <a:rPr dirty="0"/>
              <a:t>:</a:t>
            </a:r>
          </a:p>
          <a:p>
            <a:pPr>
              <a:defRPr sz="2000"/>
            </a:pPr>
            <a:r>
              <a:rPr dirty="0"/>
              <a:t>Student → Web Application → Node.js/Express → MySQL → Staff Dashboard → Status Update</a:t>
            </a:r>
          </a:p>
          <a:p>
            <a:pPr>
              <a:defRPr sz="2000"/>
            </a:pPr>
            <a:endParaRPr dirty="0"/>
          </a:p>
          <a:p>
            <a:pPr>
              <a:defRPr sz="2000"/>
            </a:pPr>
            <a:r>
              <a:rPr b="1" dirty="0"/>
              <a:t>Technology</a:t>
            </a:r>
            <a:r>
              <a:rPr dirty="0"/>
              <a:t>:</a:t>
            </a:r>
          </a:p>
          <a:p>
            <a:pPr>
              <a:defRPr sz="2000"/>
            </a:pPr>
            <a:r>
              <a:rPr dirty="0"/>
              <a:t>Frontend: HTML, CSS, JavaScript</a:t>
            </a:r>
          </a:p>
          <a:p>
            <a:pPr>
              <a:defRPr sz="2000"/>
            </a:pPr>
            <a:r>
              <a:rPr dirty="0"/>
              <a:t>Backend: Node.js, Express.js</a:t>
            </a:r>
          </a:p>
          <a:p>
            <a:pPr>
              <a:defRPr sz="2000"/>
            </a:pPr>
            <a:r>
              <a:rPr dirty="0"/>
              <a:t>Database: MySQL</a:t>
            </a:r>
          </a:p>
          <a:p>
            <a:pPr>
              <a:defRPr sz="2000"/>
            </a:pPr>
            <a:r>
              <a:rPr dirty="0"/>
              <a:t>IDE: VS Code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8684" y="956173"/>
            <a:ext cx="6571343" cy="717180"/>
          </a:xfrm>
        </p:spPr>
        <p:txBody>
          <a:bodyPr>
            <a:normAutofit fontScale="90000"/>
          </a:bodyPr>
          <a:lstStyle/>
          <a:p>
            <a:r>
              <a:rPr dirty="0"/>
              <a:t>Advantages, Future Scope </a:t>
            </a:r>
          </a:p>
        </p:txBody>
      </p:sp>
      <p:sp>
        <p:nvSpPr>
          <p:cNvPr id="3" name="Content Placeholder 2"/>
          <p:cNvSpPr>
            <a:spLocks noGrp="1"/>
          </p:cNvSpPr>
          <p:nvPr>
            <p:ph idx="1"/>
          </p:nvPr>
        </p:nvSpPr>
        <p:spPr>
          <a:xfrm>
            <a:off x="1443491" y="1673353"/>
            <a:ext cx="6571343" cy="4325111"/>
          </a:xfrm>
        </p:spPr>
        <p:txBody>
          <a:bodyPr numCol="2">
            <a:normAutofit/>
          </a:bodyPr>
          <a:lstStyle/>
          <a:p>
            <a:pPr>
              <a:lnSpc>
                <a:spcPct val="100000"/>
              </a:lnSpc>
              <a:defRPr sz="2000"/>
            </a:pPr>
            <a:r>
              <a:rPr sz="1400" b="1" dirty="0"/>
              <a:t>Advantages:</a:t>
            </a:r>
          </a:p>
          <a:p>
            <a:pPr>
              <a:lnSpc>
                <a:spcPct val="100000"/>
              </a:lnSpc>
              <a:defRPr sz="2000"/>
            </a:pPr>
            <a:r>
              <a:rPr sz="1400" dirty="0"/>
              <a:t>• Paperless system</a:t>
            </a:r>
          </a:p>
          <a:p>
            <a:pPr>
              <a:lnSpc>
                <a:spcPct val="100000"/>
              </a:lnSpc>
              <a:defRPr sz="2000"/>
            </a:pPr>
            <a:r>
              <a:rPr sz="1400" dirty="0"/>
              <a:t>• Faster complaint resolution</a:t>
            </a:r>
          </a:p>
          <a:p>
            <a:pPr>
              <a:lnSpc>
                <a:spcPct val="100000"/>
              </a:lnSpc>
              <a:defRPr sz="2000"/>
            </a:pPr>
            <a:r>
              <a:rPr sz="1400" dirty="0"/>
              <a:t>• Secure login</a:t>
            </a:r>
          </a:p>
          <a:p>
            <a:pPr>
              <a:lnSpc>
                <a:spcPct val="100000"/>
              </a:lnSpc>
              <a:defRPr sz="2000"/>
            </a:pPr>
            <a:r>
              <a:rPr sz="1400" dirty="0"/>
              <a:t>• Easy tracking</a:t>
            </a:r>
          </a:p>
          <a:p>
            <a:pPr>
              <a:lnSpc>
                <a:spcPct val="100000"/>
              </a:lnSpc>
              <a:defRPr sz="2000"/>
            </a:pPr>
            <a:r>
              <a:rPr sz="1400" dirty="0"/>
              <a:t>• Better transparency</a:t>
            </a:r>
          </a:p>
          <a:p>
            <a:pPr>
              <a:lnSpc>
                <a:spcPct val="100000"/>
              </a:lnSpc>
              <a:defRPr sz="2000"/>
            </a:pPr>
            <a:r>
              <a:rPr sz="1400" b="1" dirty="0"/>
              <a:t>Future Scope:</a:t>
            </a:r>
          </a:p>
          <a:p>
            <a:pPr>
              <a:lnSpc>
                <a:spcPct val="100000"/>
              </a:lnSpc>
              <a:defRPr sz="2000"/>
            </a:pPr>
            <a:r>
              <a:rPr sz="1400" dirty="0"/>
              <a:t>• Mobile application</a:t>
            </a:r>
          </a:p>
          <a:p>
            <a:pPr>
              <a:lnSpc>
                <a:spcPct val="100000"/>
              </a:lnSpc>
              <a:defRPr sz="2000"/>
            </a:pPr>
            <a:r>
              <a:rPr sz="1400" dirty="0"/>
              <a:t>• Email/SMS notifications</a:t>
            </a:r>
          </a:p>
          <a:p>
            <a:pPr>
              <a:lnSpc>
                <a:spcPct val="100000"/>
              </a:lnSpc>
              <a:defRPr sz="2000"/>
            </a:pPr>
            <a:r>
              <a:rPr sz="1400" dirty="0"/>
              <a:t>• AI-based complaint categorization</a:t>
            </a:r>
          </a:p>
          <a:p>
            <a:pPr>
              <a:lnSpc>
                <a:spcPct val="100000"/>
              </a:lnSpc>
              <a:defRPr sz="2000"/>
            </a:pPr>
            <a:r>
              <a:rPr sz="1400" dirty="0"/>
              <a:t>• Analytics dashboard</a:t>
            </a:r>
          </a:p>
          <a:p>
            <a:pPr marL="0" indent="0">
              <a:buNone/>
              <a:defRPr sz="2000"/>
            </a:pPr>
            <a:endParaRPr sz="700"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149E7-3354-169E-FB69-1E0A03189889}"/>
              </a:ext>
            </a:extLst>
          </p:cNvPr>
          <p:cNvSpPr>
            <a:spLocks noGrp="1"/>
          </p:cNvSpPr>
          <p:nvPr>
            <p:ph type="ctrTitle"/>
          </p:nvPr>
        </p:nvSpPr>
        <p:spPr>
          <a:xfrm>
            <a:off x="1572768" y="959313"/>
            <a:ext cx="6739128" cy="2753151"/>
          </a:xfrm>
        </p:spPr>
        <p:txBody>
          <a:bodyPr/>
          <a:lstStyle/>
          <a:p>
            <a:r>
              <a:rPr lang="en-US" dirty="0"/>
              <a:t>     Thank you</a:t>
            </a:r>
            <a:endParaRPr lang="en-IN" dirty="0"/>
          </a:p>
        </p:txBody>
      </p:sp>
    </p:spTree>
    <p:extLst>
      <p:ext uri="{BB962C8B-B14F-4D97-AF65-F5344CB8AC3E}">
        <p14:creationId xmlns:p14="http://schemas.microsoft.com/office/powerpoint/2010/main" val="95172050"/>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22</TotalTime>
  <Words>369</Words>
  <Application>Microsoft Office PowerPoint</Application>
  <PresentationFormat>On-screen Show (4:3)</PresentationFormat>
  <Paragraphs>67</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Century Gothic</vt:lpstr>
      <vt:lpstr>Vapor Trail</vt:lpstr>
      <vt:lpstr>Campus Care</vt:lpstr>
      <vt:lpstr>Introduction</vt:lpstr>
      <vt:lpstr>Problem Statement</vt:lpstr>
      <vt:lpstr>Objectives</vt:lpstr>
      <vt:lpstr>Existing &amp; Proposed System</vt:lpstr>
      <vt:lpstr>Modules</vt:lpstr>
      <vt:lpstr>Architecture &amp; Technology</vt:lpstr>
      <vt:lpstr>Advantages, Future Scope </vt:lpstr>
      <vt:lpstr>     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PRAVENTH M</dc:creator>
  <cp:keywords/>
  <dc:description>generated using python-pptx</dc:description>
  <cp:lastModifiedBy>praventh M</cp:lastModifiedBy>
  <cp:revision>7</cp:revision>
  <dcterms:created xsi:type="dcterms:W3CDTF">2013-01-27T09:14:16Z</dcterms:created>
  <dcterms:modified xsi:type="dcterms:W3CDTF">2026-07-23T03:47:20Z</dcterms:modified>
  <cp:category/>
</cp:coreProperties>
</file>